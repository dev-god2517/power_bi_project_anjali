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Food Nutrition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Excel Dataset &amp; Power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food nutrition data using Excel and Power BI.</a:t>
            </a:r>
          </a:p>
          <a:p>
            <a:r>
              <a:t>Goal: Understand calories, nutrients, and health score of foods.</a:t>
            </a:r>
          </a:p>
          <a:p>
            <a:r>
              <a:t>Helps users make healthier food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Comprehensive USDA Food Dataset</a:t>
            </a:r>
          </a:p>
          <a:p>
            <a:r>
              <a:t>Contains: Calories, protein, fat, carbs, vitamins, minerals</a:t>
            </a:r>
          </a:p>
          <a:p>
            <a:r>
              <a:t>Includes health score and food category</a:t>
            </a:r>
          </a:p>
          <a:p>
            <a:r>
              <a:t>Used Excel for data cleaning and preparation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Excel – Data cleaning &amp; preprocessing</a:t>
            </a:r>
          </a:p>
          <a:p>
            <a:r>
              <a:t>Power BI – Data visualization &amp; dashboard</a:t>
            </a:r>
          </a:p>
          <a:p>
            <a:r>
              <a:t>Charts used: Bar chart, pie chart, line chart, KPI cards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in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missing values</a:t>
            </a:r>
          </a:p>
          <a:p>
            <a:r>
              <a:t>Formatted columns properly</a:t>
            </a:r>
          </a:p>
          <a:p>
            <a:r>
              <a:t>Calculated health score</a:t>
            </a:r>
          </a:p>
          <a:p>
            <a:r>
              <a:t>Prepared dataset for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interactive dashboard</a:t>
            </a:r>
          </a:p>
          <a:p>
            <a:r>
              <a:t>Visualized calories, protein, fat &amp; sugar</a:t>
            </a:r>
          </a:p>
          <a:p>
            <a:r>
              <a:t>Food category comparison</a:t>
            </a:r>
          </a:p>
          <a:p>
            <a:r>
              <a:t>Health score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sugar foods have lower health score</a:t>
            </a:r>
          </a:p>
          <a:p>
            <a:r>
              <a:t>Protein-rich foods have better health rating</a:t>
            </a:r>
          </a:p>
          <a:p>
            <a:r>
              <a:t>Fast foods contain more calories &amp; fat</a:t>
            </a:r>
          </a:p>
          <a:p>
            <a:r>
              <a:t>Fruits &amp; vegetables are healthiest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and Power BI help in analyzing nutrition data.</a:t>
            </a:r>
          </a:p>
          <a:p>
            <a:r>
              <a:t>Visualization makes data easy to understand.</a:t>
            </a:r>
          </a:p>
          <a:p>
            <a:r>
              <a:t>Project helps promote healthy eating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